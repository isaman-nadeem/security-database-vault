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2969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Flask Encrypted Vault API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8528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secure, Flask-based REST API for storing and managing encrypted user records — powered by SQLite and Fernet symmetric encryption.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98378"/>
            <a:ext cx="177127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0174" y="3140869"/>
            <a:ext cx="20583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OSSD SEMESTER 4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67239" y="3098378"/>
            <a:ext cx="204088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294" y="3140869"/>
            <a:ext cx="232797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SAMAN NADEEM &amp; FATIMA KARIM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6213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the Vault API?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317724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Flask Encrypted Vault API is a lightweight web application that acts as a secure repository for users and their private records. All sensitive data is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encrypted at rest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being written to a local SQLite database, ensuring that even direct database access cannot expose plaintext content.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611264"/>
            <a:ext cx="4722763" cy="1870025"/>
          </a:xfrm>
          <a:prstGeom prst="roundRect">
            <a:avLst>
              <a:gd name="adj" fmla="val 318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9881" y="2616026"/>
            <a:ext cx="2356619" cy="104365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7" name="Text 4"/>
          <p:cNvSpPr/>
          <p:nvPr/>
        </p:nvSpPr>
        <p:spPr>
          <a:xfrm>
            <a:off x="4071640" y="2757785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Flask Backend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71640" y="3064297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web framework powering RESTful endpoints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86500" y="2616026"/>
            <a:ext cx="2356619" cy="104365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2616026"/>
            <a:ext cx="19050" cy="1043657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1" name="Text 8"/>
          <p:cNvSpPr/>
          <p:nvPr/>
        </p:nvSpPr>
        <p:spPr>
          <a:xfrm>
            <a:off x="6428259" y="2757785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 Storage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8259" y="3064297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local database with relational integrity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9881" y="3659684"/>
            <a:ext cx="4713238" cy="816843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4" name="Shape 11"/>
          <p:cNvSpPr/>
          <p:nvPr/>
        </p:nvSpPr>
        <p:spPr>
          <a:xfrm>
            <a:off x="3929881" y="3659684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5" name="Text 12"/>
          <p:cNvSpPr/>
          <p:nvPr/>
        </p:nvSpPr>
        <p:spPr>
          <a:xfrm>
            <a:off x="4071640" y="3801442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Fernet Encryption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71640" y="410795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Symmetric encryption for all record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915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&amp; Authentication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05470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2059409"/>
            <a:ext cx="269155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Master Key Authentication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1013" y="2291879"/>
            <a:ext cx="2691557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API interactions require an authenticated session. Authentication is handled through a single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master password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sent to the login endpoint.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23420"/>
            <a:ext cx="2668414" cy="7250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429" y="4139580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Master Password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69429" y="4342730"/>
            <a:ext cx="2378943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1234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sent as 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{"master_key": "1234"}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/api/login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7756" y="4023420"/>
            <a:ext cx="2668414" cy="7250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11066" y="4139580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Session State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411066" y="4342730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sessions (24-byte secret key) maintain the unlocked state between requests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9393" y="4023420"/>
            <a:ext cx="2668488" cy="7250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2704" y="4139580"/>
            <a:ext cx="237901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Dual Purpose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152704" y="4342730"/>
            <a:ext cx="237901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password also derives the Fernet cipher key for encryption/decryption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007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Features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56581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17278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 Database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223790"/>
            <a:ext cx="398725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Auto-initializes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vault.db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records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tables on startup. No external database server required.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456581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1917278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Fernet Encryption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223790"/>
            <a:ext cx="3987329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cryptography.fernet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encrypt record titles and data before insertion. Data is decrypted on retrieval for authenticated sessions.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92512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5321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Session Management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59721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sessions secured by a randomly generated 24-byte secret key track the unlocked vault state across requests.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192512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5321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Relational Integrity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59721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Cascade delete ensures that removing a user automatically purges all associated records — no orphaned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686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Encryption Works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00" y="1207666"/>
            <a:ext cx="4787801" cy="28415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0481" y="3275489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Encrypt / Decrypt data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10581" y="3275489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Derive cipher key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86226" y="3275489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Send master_key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203725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master password serves a dual role: it authenticates the session </a:t>
            </a:r>
            <a:pPr algn="l" indent="0" marL="0">
              <a:lnSpc>
                <a:spcPct val="132000"/>
              </a:lnSpc>
              <a:buNone/>
            </a:pPr>
            <a:r>
              <a:rPr lang="en-US" sz="10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derives the symmetric encryption key. This means data can only be decrypted while the vault is unlocked by the correct password — a simple but effective security boundary.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372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Endpoints — Authentication &amp; Users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60227"/>
            <a:ext cx="8151763" cy="2949476"/>
          </a:xfrm>
          <a:prstGeom prst="roundRect">
            <a:avLst>
              <a:gd name="adj" fmla="val 20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87382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521372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93734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35332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99134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789" y="1554807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8374" y="1554807"/>
            <a:ext cx="32676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Endpoint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02362" y="1554807"/>
            <a:ext cx="37561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789" y="1966020"/>
            <a:ext cx="163926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8374" y="1966020"/>
            <a:ext cx="32676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/api/login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02362" y="1966020"/>
            <a:ext cx="3298999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Authenticates session. Payload: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{"master_key": "1234"}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89" y="2613571"/>
            <a:ext cx="163926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8374" y="2613571"/>
            <a:ext cx="32676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/api/logout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02362" y="2613571"/>
            <a:ext cx="37561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Clears the current authentication session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89" y="3029545"/>
            <a:ext cx="163926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8374" y="3029545"/>
            <a:ext cx="32676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/api/status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02362" y="3029545"/>
            <a:ext cx="3756199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boolean: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vault is unlocked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789" y="3445520"/>
            <a:ext cx="163926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8374" y="3445520"/>
            <a:ext cx="32676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02362" y="3445520"/>
            <a:ext cx="329899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Lists all users, ordered alphabetically by username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2789" y="4083546"/>
            <a:ext cx="163926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8374" y="4083546"/>
            <a:ext cx="32676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02362" y="4083546"/>
            <a:ext cx="3756199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a new user. Payload: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{"username": "..."}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352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Endpoints — Records &amp; Deletion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6119" y="1120155"/>
            <a:ext cx="8151763" cy="2681139"/>
          </a:xfrm>
          <a:prstGeom prst="roundRect">
            <a:avLst>
              <a:gd name="adj" fmla="val 21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523033"/>
            <a:ext cx="8151763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144985"/>
            <a:ext cx="8151763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771701"/>
            <a:ext cx="8151763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176960"/>
            <a:ext cx="8151763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556" y="1212056"/>
            <a:ext cx="16437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6141" y="1212056"/>
            <a:ext cx="3760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Endpoint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88657" y="1212056"/>
            <a:ext cx="32721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556" y="1612553"/>
            <a:ext cx="164373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6141" y="1612553"/>
            <a:ext cx="376066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/api/users/&lt;user_id&gt;/records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88657" y="1612553"/>
            <a:ext cx="281493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Retrieves and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decrypts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records for a user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556" y="2234505"/>
            <a:ext cx="164373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6141" y="2234505"/>
            <a:ext cx="376066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/api/users/&lt;user_id&gt;/records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88657" y="2234505"/>
            <a:ext cx="281493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Encrypts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saves a new record. Payload: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{"title": "...", "data": "..."}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556" y="2861221"/>
            <a:ext cx="164373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06141" y="2861221"/>
            <a:ext cx="376066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/api/records/&lt;record_id&gt;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88657" y="2861221"/>
            <a:ext cx="32721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Deletes a specific record by ID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556" y="3266480"/>
            <a:ext cx="164373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06141" y="3266480"/>
            <a:ext cx="376066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/api/users/&lt;user_id&gt;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88657" y="3266480"/>
            <a:ext cx="281493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Deletes a user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 all associated records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(cascade)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6119" y="3955777"/>
            <a:ext cx="8151763" cy="778297"/>
          </a:xfrm>
          <a:prstGeom prst="roundRect">
            <a:avLst>
              <a:gd name="adj" fmla="val 7531"/>
            </a:avLst>
          </a:prstGeom>
          <a:solidFill>
            <a:srgbClr val="DADBF1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45" y="4155653"/>
            <a:ext cx="174427" cy="13952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49598" y="4127971"/>
            <a:ext cx="7558757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record data is automatically encrypted on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decrypted on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API consumer always works with plaintext.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067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Setup &amp; Running the Server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22115"/>
            <a:ext cx="5207794" cy="2951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8082" y="951607"/>
            <a:ext cx="26844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Getting Started in 4 Steps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8082" y="1207368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68082" y="1373758"/>
            <a:ext cx="2684487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5968082" y="1455465"/>
            <a:ext cx="26844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Install Dependencies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68082" y="1701254"/>
            <a:ext cx="2684487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Flask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cryptography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installed in your Python environment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68082" y="2158305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968082" y="2324695"/>
            <a:ext cx="2684487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5968082" y="2406402"/>
            <a:ext cx="26844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 the Script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68082" y="2652192"/>
            <a:ext cx="268448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the Python script to start the server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68082" y="2960415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68082" y="3126804"/>
            <a:ext cx="2684487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5968082" y="3208511"/>
            <a:ext cx="26844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Auto-Init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68082" y="3454301"/>
            <a:ext cx="268448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initializes 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vault.db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automatically on first run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68082" y="3762524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968082" y="3928914"/>
            <a:ext cx="2684487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5968082" y="4010620"/>
            <a:ext cx="26844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the App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68082" y="4256410"/>
            <a:ext cx="2684487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runs in debug mode on 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web UI at 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Architecture at a Glance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71725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Defense in Depth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23604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vault applies security at three distinct layers, each reinforcing the others: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646015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Authentication layer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gates all access behind a master key session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Encryption layer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ensures data at rest is never stored in plaintext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Integrity layer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prevents dangling records through cascade deletes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5911" y="2971874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Together, these layers ensure that even a compromised database file cannot be read without the master password.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5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89855"/>
            <a:ext cx="4722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Summary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25119" y="902494"/>
            <a:ext cx="472276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Flask Encrypted Vault API demonstrates a practical, end-to-end approach to securing sensitive data in a RESTful web application — combining authentication, symmetric encryption, and relational data integrity in a minimal footprint.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1526828"/>
            <a:ext cx="4722763" cy="662360"/>
          </a:xfrm>
          <a:prstGeom prst="roundRect">
            <a:avLst>
              <a:gd name="adj" fmla="val 744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47232" y="1648941"/>
            <a:ext cx="447853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Encrypted at Rest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47232" y="1895401"/>
            <a:ext cx="44785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Fernet cipher on all record fields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25119" y="2286372"/>
            <a:ext cx="4722763" cy="662360"/>
          </a:xfrm>
          <a:prstGeom prst="roundRect">
            <a:avLst>
              <a:gd name="adj" fmla="val 744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47232" y="2408486"/>
            <a:ext cx="447853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🔑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Simple Auth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47232" y="2654945"/>
            <a:ext cx="44785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master key unlocks the session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25119" y="3045916"/>
            <a:ext cx="4722763" cy="662360"/>
          </a:xfrm>
          <a:prstGeom prst="roundRect">
            <a:avLst>
              <a:gd name="adj" fmla="val 744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47232" y="3168030"/>
            <a:ext cx="447853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🗄️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Zero Orphans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47232" y="3414489"/>
            <a:ext cx="44785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Cascade delete maintains clean data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25119" y="3805461"/>
            <a:ext cx="4722763" cy="662360"/>
          </a:xfrm>
          <a:prstGeom prst="roundRect">
            <a:avLst>
              <a:gd name="adj" fmla="val 744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47232" y="3927574"/>
            <a:ext cx="447853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Ready to Run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047232" y="4174034"/>
            <a:ext cx="44785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+ SQLite, no extra infrastructure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25119" y="4577135"/>
            <a:ext cx="1009650" cy="178371"/>
          </a:xfrm>
          <a:prstGeom prst="roundRect">
            <a:avLst>
              <a:gd name="adj" fmla="val 22115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95514" y="4612332"/>
            <a:ext cx="1326059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OSSD SEMESTER 4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4993407" y="4577135"/>
            <a:ext cx="1690985" cy="178371"/>
          </a:xfrm>
          <a:prstGeom prst="roundRect">
            <a:avLst>
              <a:gd name="adj" fmla="val 22115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63803" y="4612332"/>
            <a:ext cx="2007394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SAMAN NADEEM &amp; FATIMA KARIM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2026-07-10T07:05:00Z</dcterms:created>
  <dcterms:modified xsi:type="dcterms:W3CDTF">2026-07-10T07:05:00Z</dcterms:modified>
</cp:coreProperties>
</file>